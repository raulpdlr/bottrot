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4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E37C2-27E0-42A1-BC00-87FF92FC0FAF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DD3FD-6D39-43D3-9A43-842BA28BF0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1975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9505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5280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92916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22430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6676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7430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50704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2415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71799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62289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1926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53794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9091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65404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79547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4728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0263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Ichimoku + CCI</a:t>
            </a:r>
            <a:r>
              <a:rPr lang="bg-BG" smtClean="0"/>
              <a:t> – EURGBP on M15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92099"/>
            <a:ext cx="8596668" cy="4431280"/>
          </a:xfrm>
        </p:spPr>
        <p:txBody>
          <a:bodyPr>
            <a:normAutofit/>
          </a:bodyPr>
          <a:lstStyle/>
          <a:p>
            <a:r>
              <a:rPr lang="en-US" dirty="0" smtClean="0"/>
              <a:t>Best on EURGBP</a:t>
            </a:r>
          </a:p>
          <a:p>
            <a:r>
              <a:rPr lang="en-US" dirty="0" smtClean="0"/>
              <a:t>SL = </a:t>
            </a:r>
            <a:r>
              <a:rPr lang="bg-BG" dirty="0" smtClean="0"/>
              <a:t>50pips</a:t>
            </a:r>
            <a:r>
              <a:rPr lang="en-US" dirty="0"/>
              <a:t>,</a:t>
            </a:r>
            <a:r>
              <a:rPr lang="en-US" dirty="0" smtClean="0"/>
              <a:t> </a:t>
            </a:r>
            <a:r>
              <a:rPr lang="en-US" dirty="0" smtClean="0"/>
              <a:t>TP = </a:t>
            </a:r>
            <a:r>
              <a:rPr lang="bg-BG" dirty="0"/>
              <a:t>9</a:t>
            </a:r>
            <a:r>
              <a:rPr lang="en-US" dirty="0" smtClean="0"/>
              <a:t>0</a:t>
            </a:r>
            <a:r>
              <a:rPr lang="bg-BG" dirty="0" smtClean="0"/>
              <a:t>pips</a:t>
            </a:r>
            <a:endParaRPr lang="en-US" dirty="0" smtClean="0"/>
          </a:p>
          <a:p>
            <a:r>
              <a:rPr lang="en-US" dirty="0"/>
              <a:t>Possible to add to the </a:t>
            </a:r>
            <a:r>
              <a:rPr lang="en-US" dirty="0" smtClean="0"/>
              <a:t>position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Parameters:</a:t>
            </a:r>
          </a:p>
          <a:p>
            <a:r>
              <a:rPr lang="en-US" dirty="0" smtClean="0"/>
              <a:t>M15:</a:t>
            </a:r>
          </a:p>
          <a:p>
            <a:pPr lvl="1"/>
            <a:r>
              <a:rPr lang="en-US" b="1" dirty="0" err="1" smtClean="0"/>
              <a:t>Ichimoku</a:t>
            </a:r>
            <a:r>
              <a:rPr lang="bg-BG" b="1" dirty="0" smtClean="0"/>
              <a:t> </a:t>
            </a:r>
            <a:r>
              <a:rPr lang="en-US" b="1" dirty="0" smtClean="0"/>
              <a:t>(10;30;</a:t>
            </a:r>
            <a:r>
              <a:rPr lang="bg-BG" b="1" dirty="0" smtClean="0"/>
              <a:t>70</a:t>
            </a:r>
            <a:r>
              <a:rPr lang="en-US" b="1" dirty="0" smtClean="0"/>
              <a:t>)</a:t>
            </a:r>
          </a:p>
          <a:p>
            <a:pPr lvl="1"/>
            <a:r>
              <a:rPr lang="en-US" b="1" dirty="0" smtClean="0"/>
              <a:t>CCI rises on 10,20 and </a:t>
            </a:r>
            <a:r>
              <a:rPr lang="en-US" b="1" dirty="0" smtClean="0"/>
              <a:t>60</a:t>
            </a:r>
          </a:p>
          <a:p>
            <a:pPr lvl="1"/>
            <a:endParaRPr lang="en-US" b="1" dirty="0"/>
          </a:p>
          <a:p>
            <a:pPr lvl="1"/>
            <a:r>
              <a:rPr lang="en-US" b="1" smtClean="0"/>
              <a:t>No changes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43647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6402</TotalTime>
  <Words>42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 3</vt:lpstr>
      <vt:lpstr>Facet</vt:lpstr>
      <vt:lpstr>Ichimoku + CCI – EURGBP on M15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RSI 1</dc:title>
  <dc:creator>Windows User</dc:creator>
  <cp:lastModifiedBy>petko alexandrov</cp:lastModifiedBy>
  <cp:revision>21</cp:revision>
  <dcterms:created xsi:type="dcterms:W3CDTF">2017-01-08T14:53:28Z</dcterms:created>
  <dcterms:modified xsi:type="dcterms:W3CDTF">2017-11-18T10:49:11Z</dcterms:modified>
</cp:coreProperties>
</file>