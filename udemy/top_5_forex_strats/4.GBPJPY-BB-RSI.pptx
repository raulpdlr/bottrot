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64" r:id="rId2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44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E37C2-27E0-42A1-BC00-87FF92FC0FAF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ADD3FD-6D39-43D3-9A43-842BA28BF0A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19753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189505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52801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92916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522430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66767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74303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50704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24152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371799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62289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419261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5537940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990913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654044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795471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747283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02631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BB+RSI</a:t>
            </a:r>
            <a:r>
              <a:rPr lang="bg-BG" dirty="0" smtClean="0"/>
              <a:t> – GBPJPY on M5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92099"/>
            <a:ext cx="8596668" cy="4431280"/>
          </a:xfrm>
        </p:spPr>
        <p:txBody>
          <a:bodyPr>
            <a:normAutofit/>
          </a:bodyPr>
          <a:lstStyle/>
          <a:p>
            <a:r>
              <a:rPr lang="en-US" dirty="0" smtClean="0"/>
              <a:t>Best on GBPJPY</a:t>
            </a:r>
          </a:p>
          <a:p>
            <a:r>
              <a:rPr lang="en-US" dirty="0" smtClean="0"/>
              <a:t>SL = </a:t>
            </a:r>
            <a:r>
              <a:rPr lang="bg-BG" dirty="0" smtClean="0"/>
              <a:t>40</a:t>
            </a:r>
            <a:r>
              <a:rPr lang="en-US" dirty="0" smtClean="0"/>
              <a:t> and TP = 65</a:t>
            </a:r>
          </a:p>
          <a:p>
            <a:r>
              <a:rPr lang="en-US" dirty="0" smtClean="0"/>
              <a:t>No adding to the position</a:t>
            </a:r>
          </a:p>
          <a:p>
            <a:pPr marL="0" indent="0">
              <a:buNone/>
            </a:pPr>
            <a:r>
              <a:rPr lang="en-US" dirty="0" smtClean="0"/>
              <a:t>Parameters:</a:t>
            </a:r>
          </a:p>
          <a:p>
            <a:r>
              <a:rPr lang="en-US" dirty="0" smtClean="0"/>
              <a:t>M5 trading chart</a:t>
            </a:r>
          </a:p>
          <a:p>
            <a:pPr lvl="1"/>
            <a:r>
              <a:rPr lang="en-US" dirty="0" smtClean="0"/>
              <a:t>BB(30;2,</a:t>
            </a:r>
            <a:r>
              <a:rPr lang="bg-BG" dirty="0" smtClean="0"/>
              <a:t>5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RSI(</a:t>
            </a:r>
            <a:r>
              <a:rPr lang="bg-BG" dirty="0" smtClean="0"/>
              <a:t>10</a:t>
            </a:r>
            <a:r>
              <a:rPr lang="en-US" dirty="0" smtClean="0"/>
              <a:t>0;40</a:t>
            </a:r>
            <a:r>
              <a:rPr lang="en-US" dirty="0" smtClean="0"/>
              <a:t>)</a:t>
            </a:r>
          </a:p>
          <a:p>
            <a:pPr lvl="1"/>
            <a:endParaRPr lang="en-US" dirty="0"/>
          </a:p>
          <a:p>
            <a:pPr lvl="1"/>
            <a:r>
              <a:rPr lang="en-US" smtClean="0"/>
              <a:t>No changes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18697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6400</TotalTime>
  <Words>34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Trebuchet MS</vt:lpstr>
      <vt:lpstr>Wingdings 3</vt:lpstr>
      <vt:lpstr>Facet</vt:lpstr>
      <vt:lpstr>BB+RSI – GBPJPY on M5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RSI 1</dc:title>
  <dc:creator>Windows User</dc:creator>
  <cp:lastModifiedBy>petko alexandrov</cp:lastModifiedBy>
  <cp:revision>23</cp:revision>
  <dcterms:created xsi:type="dcterms:W3CDTF">2017-01-08T14:53:28Z</dcterms:created>
  <dcterms:modified xsi:type="dcterms:W3CDTF">2017-11-18T11:13:56Z</dcterms:modified>
</cp:coreProperties>
</file>