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44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E37C2-27E0-42A1-BC00-87FF92FC0FAF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ADD3FD-6D39-43D3-9A43-842BA28BF0A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19753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89505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52801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92916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22430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66767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74303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50704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24152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71799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62289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1926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537940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9091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65404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79547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47283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02631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BB 1</a:t>
            </a:r>
            <a:r>
              <a:rPr lang="bg-BG" smtClean="0"/>
              <a:t>- EURUSD on M1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92099"/>
            <a:ext cx="8596668" cy="443128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Best on EURUSD</a:t>
            </a:r>
          </a:p>
          <a:p>
            <a:r>
              <a:rPr lang="en-US" dirty="0" smtClean="0"/>
              <a:t>SL = </a:t>
            </a:r>
            <a:r>
              <a:rPr lang="bg-BG" dirty="0" smtClean="0"/>
              <a:t>95</a:t>
            </a:r>
            <a:r>
              <a:rPr lang="en-US" dirty="0" smtClean="0"/>
              <a:t>0 </a:t>
            </a:r>
            <a:r>
              <a:rPr lang="en-US" dirty="0" smtClean="0"/>
              <a:t>and TP = </a:t>
            </a:r>
            <a:r>
              <a:rPr lang="bg-BG" dirty="0" smtClean="0"/>
              <a:t>50</a:t>
            </a:r>
            <a:r>
              <a:rPr lang="en-US" dirty="0" smtClean="0"/>
              <a:t>0</a:t>
            </a:r>
            <a:endParaRPr lang="en-US" dirty="0" smtClean="0"/>
          </a:p>
          <a:p>
            <a:r>
              <a:rPr lang="en-US" dirty="0" smtClean="0"/>
              <a:t>Possible to add to the position</a:t>
            </a:r>
          </a:p>
          <a:p>
            <a:pPr marL="0" indent="0">
              <a:buNone/>
            </a:pPr>
            <a:r>
              <a:rPr lang="en-US" dirty="0" smtClean="0"/>
              <a:t>Parameters:</a:t>
            </a:r>
          </a:p>
          <a:p>
            <a:r>
              <a:rPr lang="en-US" dirty="0" smtClean="0"/>
              <a:t>H1: MACD (12;26;9)</a:t>
            </a:r>
          </a:p>
          <a:p>
            <a:r>
              <a:rPr lang="en-US" dirty="0" smtClean="0"/>
              <a:t>M30:</a:t>
            </a:r>
          </a:p>
          <a:p>
            <a:pPr lvl="1"/>
            <a:r>
              <a:rPr lang="en-US" dirty="0" smtClean="0"/>
              <a:t>MACD(12;26;9)</a:t>
            </a:r>
          </a:p>
          <a:p>
            <a:pPr lvl="1"/>
            <a:r>
              <a:rPr lang="en-US" dirty="0" smtClean="0"/>
              <a:t>MA crossover (</a:t>
            </a:r>
            <a:r>
              <a:rPr lang="bg-BG" dirty="0" smtClean="0"/>
              <a:t>5;15</a:t>
            </a:r>
            <a:r>
              <a:rPr lang="en-US" dirty="0" smtClean="0"/>
              <a:t>)</a:t>
            </a:r>
          </a:p>
          <a:p>
            <a:r>
              <a:rPr lang="en-US" dirty="0" smtClean="0"/>
              <a:t>M1:</a:t>
            </a:r>
          </a:p>
          <a:p>
            <a:pPr lvl="1"/>
            <a:r>
              <a:rPr lang="en-US" dirty="0" smtClean="0"/>
              <a:t>BB(</a:t>
            </a:r>
            <a:r>
              <a:rPr lang="bg-BG" dirty="0" smtClean="0"/>
              <a:t>140</a:t>
            </a:r>
            <a:r>
              <a:rPr lang="en-US" dirty="0" smtClean="0"/>
              <a:t>;</a:t>
            </a:r>
            <a:r>
              <a:rPr lang="bg-BG" dirty="0" smtClean="0"/>
              <a:t>3,00</a:t>
            </a:r>
            <a:r>
              <a:rPr lang="en-US" dirty="0" smtClean="0"/>
              <a:t>)</a:t>
            </a:r>
          </a:p>
          <a:p>
            <a:pPr marL="457200" lvl="1" indent="0">
              <a:buNone/>
            </a:pPr>
            <a:endParaRPr lang="bg-BG" dirty="0" smtClean="0"/>
          </a:p>
          <a:p>
            <a:pPr marL="457200" lvl="1" indent="0">
              <a:buNone/>
            </a:pPr>
            <a:r>
              <a:rPr lang="en-US" dirty="0" smtClean="0"/>
              <a:t>No changes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96170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6400</TotalTime>
  <Words>50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Trebuchet MS</vt:lpstr>
      <vt:lpstr>Wingdings 3</vt:lpstr>
      <vt:lpstr>Facet</vt:lpstr>
      <vt:lpstr>BB 1- EURUSD on M1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RSI 1</dc:title>
  <dc:creator>Windows User</dc:creator>
  <cp:lastModifiedBy>petko alexandrov</cp:lastModifiedBy>
  <cp:revision>23</cp:revision>
  <dcterms:created xsi:type="dcterms:W3CDTF">2017-01-08T14:53:28Z</dcterms:created>
  <dcterms:modified xsi:type="dcterms:W3CDTF">2017-11-18T11:19:23Z</dcterms:modified>
</cp:coreProperties>
</file>