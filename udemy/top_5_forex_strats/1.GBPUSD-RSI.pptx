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4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E37C2-27E0-42A1-BC00-87FF92FC0FAF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DD3FD-6D39-43D3-9A43-842BA28BF0AC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1975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9505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52801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9291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2243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66767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7430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50704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4152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71799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62289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19261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53794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9091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65404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79547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4728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C20D0-CB7D-4E04-A285-EE38EDB1CE15}" type="datetimeFigureOut">
              <a:rPr lang="bg-BG" smtClean="0"/>
              <a:t>18.11.2017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7FB2B2C-D3B9-438D-8C18-C0C393D7E0D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02631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RSI 1</a:t>
            </a:r>
            <a:r>
              <a:rPr lang="bg-BG" smtClean="0"/>
              <a:t> – GBPUSD on M1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92099"/>
            <a:ext cx="8596668" cy="4431280"/>
          </a:xfrm>
        </p:spPr>
        <p:txBody>
          <a:bodyPr>
            <a:normAutofit/>
          </a:bodyPr>
          <a:lstStyle/>
          <a:p>
            <a:r>
              <a:rPr lang="en-US" dirty="0" smtClean="0"/>
              <a:t>Best on GBPUSD</a:t>
            </a:r>
          </a:p>
          <a:p>
            <a:r>
              <a:rPr lang="en-US" dirty="0" smtClean="0"/>
              <a:t>SL = </a:t>
            </a:r>
            <a:r>
              <a:rPr lang="bg-BG" u="sng" dirty="0" smtClean="0"/>
              <a:t>60</a:t>
            </a:r>
            <a:r>
              <a:rPr lang="bg-BG" u="sng" dirty="0" smtClean="0"/>
              <a:t>pips</a:t>
            </a:r>
            <a:r>
              <a:rPr lang="en-US" dirty="0" smtClean="0"/>
              <a:t> </a:t>
            </a:r>
            <a:r>
              <a:rPr lang="en-US" dirty="0" smtClean="0"/>
              <a:t>and TP = </a:t>
            </a:r>
            <a:r>
              <a:rPr lang="en-US" u="sng" dirty="0" smtClean="0"/>
              <a:t>2</a:t>
            </a:r>
            <a:r>
              <a:rPr lang="bg-BG" u="sng" dirty="0" smtClean="0"/>
              <a:t>0pips</a:t>
            </a:r>
            <a:endParaRPr lang="en-US" u="sng" dirty="0" smtClean="0"/>
          </a:p>
          <a:p>
            <a:r>
              <a:rPr lang="en-US" dirty="0" smtClean="0"/>
              <a:t>Possible to add to the </a:t>
            </a:r>
            <a:r>
              <a:rPr lang="en-US" dirty="0" smtClean="0"/>
              <a:t>position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Parameters:</a:t>
            </a:r>
          </a:p>
          <a:p>
            <a:r>
              <a:rPr lang="en-US" dirty="0" smtClean="0"/>
              <a:t>H1: MACD (12;26;9)</a:t>
            </a:r>
          </a:p>
          <a:p>
            <a:r>
              <a:rPr lang="en-US" dirty="0" smtClean="0"/>
              <a:t>M30:</a:t>
            </a:r>
          </a:p>
          <a:p>
            <a:pPr lvl="1"/>
            <a:r>
              <a:rPr lang="en-US" dirty="0" smtClean="0"/>
              <a:t>MACD(12;26;9)</a:t>
            </a:r>
          </a:p>
          <a:p>
            <a:pPr lvl="1"/>
            <a:r>
              <a:rPr lang="en-US" u="sng" dirty="0" smtClean="0"/>
              <a:t>MA crossover </a:t>
            </a:r>
            <a:r>
              <a:rPr lang="en-US" u="sng" dirty="0" smtClean="0"/>
              <a:t>(</a:t>
            </a:r>
            <a:r>
              <a:rPr lang="bg-BG" u="sng" dirty="0"/>
              <a:t>1</a:t>
            </a:r>
            <a:r>
              <a:rPr lang="bg-BG" u="sng" dirty="0" smtClean="0"/>
              <a:t>;12</a:t>
            </a:r>
            <a:r>
              <a:rPr lang="en-US" u="sng" dirty="0" smtClean="0"/>
              <a:t>)</a:t>
            </a:r>
            <a:endParaRPr lang="en-US" u="sng" dirty="0" smtClean="0"/>
          </a:p>
          <a:p>
            <a:r>
              <a:rPr lang="en-US" dirty="0" smtClean="0"/>
              <a:t>M1:</a:t>
            </a:r>
          </a:p>
          <a:p>
            <a:pPr lvl="1"/>
            <a:r>
              <a:rPr lang="en-US" dirty="0" smtClean="0"/>
              <a:t>MA </a:t>
            </a:r>
            <a:r>
              <a:rPr lang="bg-BG" dirty="0" smtClean="0"/>
              <a:t>80</a:t>
            </a:r>
            <a:endParaRPr lang="en-US" dirty="0" smtClean="0"/>
          </a:p>
          <a:p>
            <a:pPr lvl="1"/>
            <a:r>
              <a:rPr lang="en-US" dirty="0" smtClean="0"/>
              <a:t>RSI(</a:t>
            </a:r>
            <a:r>
              <a:rPr lang="bg-BG" dirty="0" smtClean="0"/>
              <a:t>20</a:t>
            </a:r>
            <a:r>
              <a:rPr lang="en-US" dirty="0" smtClean="0"/>
              <a:t>;</a:t>
            </a:r>
            <a:r>
              <a:rPr lang="bg-BG" dirty="0" smtClean="0"/>
              <a:t>5</a:t>
            </a:r>
            <a:r>
              <a:rPr lang="en-US" dirty="0" smtClean="0"/>
              <a:t>0)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3853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6408</TotalTime>
  <Words>50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</vt:lpstr>
      <vt:lpstr>RSI 1 – GBPUSD on M1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RSI 1</dc:title>
  <dc:creator>Windows User</dc:creator>
  <cp:lastModifiedBy>petko alexandrov</cp:lastModifiedBy>
  <cp:revision>21</cp:revision>
  <dcterms:created xsi:type="dcterms:W3CDTF">2017-01-08T14:53:28Z</dcterms:created>
  <dcterms:modified xsi:type="dcterms:W3CDTF">2017-11-18T10:41:57Z</dcterms:modified>
  <cp:contentStatus/>
</cp:coreProperties>
</file>